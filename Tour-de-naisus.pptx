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9873BBC1-D7ED-4F9C-A6C4-C707A29CAB57}" type="datetimeFigureOut">
              <a:rPr lang="en-US" smtClean="0"/>
              <a:t>7/5/2019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555AB77-2175-4540-BC3E-142952C2E2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3768" y="476672"/>
            <a:ext cx="3962400" cy="2133600"/>
          </a:xfrm>
        </p:spPr>
        <p:txBody>
          <a:bodyPr/>
          <a:lstStyle/>
          <a:p>
            <a:r>
              <a:rPr lang="en-US" dirty="0" smtClean="0"/>
              <a:t>Tour de </a:t>
            </a:r>
            <a:r>
              <a:rPr lang="en-US" dirty="0" err="1" smtClean="0"/>
              <a:t>naisus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1760" y="4941168"/>
            <a:ext cx="6172200" cy="1371600"/>
          </a:xfrm>
        </p:spPr>
        <p:txBody>
          <a:bodyPr/>
          <a:lstStyle/>
          <a:p>
            <a:r>
              <a:rPr lang="en-US" dirty="0" err="1" smtClean="0"/>
              <a:t>Stankovic</a:t>
            </a:r>
            <a:r>
              <a:rPr lang="en-US" dirty="0" smtClean="0"/>
              <a:t> </a:t>
            </a:r>
            <a:r>
              <a:rPr lang="en-US" dirty="0" err="1" smtClean="0"/>
              <a:t>Aleksandar</a:t>
            </a:r>
            <a:r>
              <a:rPr lang="en-US" dirty="0" smtClean="0"/>
              <a:t> 15881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4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Login I Register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63351"/>
            <a:ext cx="2806392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259880"/>
            <a:ext cx="2631664" cy="5101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334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 page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970784" cy="4873752"/>
          </a:xfrm>
        </p:spPr>
        <p:txBody>
          <a:bodyPr/>
          <a:lstStyle/>
          <a:p>
            <a:r>
              <a:rPr lang="en-US" dirty="0" err="1" smtClean="0"/>
              <a:t>Nakon</a:t>
            </a:r>
            <a:r>
              <a:rPr lang="en-US" dirty="0" smtClean="0"/>
              <a:t> </a:t>
            </a:r>
            <a:r>
              <a:rPr lang="en-US" dirty="0" err="1" smtClean="0"/>
              <a:t>sto</a:t>
            </a:r>
            <a:r>
              <a:rPr lang="en-US" dirty="0" smtClean="0"/>
              <a:t> se user </a:t>
            </a:r>
            <a:r>
              <a:rPr lang="en-US" dirty="0" err="1" smtClean="0"/>
              <a:t>uloguje</a:t>
            </a:r>
            <a:r>
              <a:rPr lang="en-US" dirty="0" smtClean="0"/>
              <a:t>, </a:t>
            </a:r>
            <a:r>
              <a:rPr lang="en-US" dirty="0" err="1" smtClean="0"/>
              <a:t>redirectuje</a:t>
            </a:r>
            <a:r>
              <a:rPr lang="en-US" dirty="0" smtClean="0"/>
              <a:t> se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svoj</a:t>
            </a:r>
            <a:r>
              <a:rPr lang="en-US" dirty="0" smtClean="0"/>
              <a:t> </a:t>
            </a:r>
            <a:r>
              <a:rPr lang="en-US" dirty="0" err="1" smtClean="0"/>
              <a:t>profil</a:t>
            </a:r>
            <a:r>
              <a:rPr lang="en-US" dirty="0" smtClean="0"/>
              <a:t>, u </a:t>
            </a:r>
            <a:r>
              <a:rPr lang="en-US" dirty="0" err="1" smtClean="0"/>
              <a:t>meniju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vrhu</a:t>
            </a:r>
            <a:r>
              <a:rPr lang="en-US" dirty="0" smtClean="0"/>
              <a:t> </a:t>
            </a:r>
            <a:r>
              <a:rPr lang="en-US" dirty="0" err="1" smtClean="0"/>
              <a:t>strane</a:t>
            </a:r>
            <a:r>
              <a:rPr lang="en-US" dirty="0"/>
              <a:t> </a:t>
            </a:r>
            <a:r>
              <a:rPr lang="en-US" dirty="0" err="1" smtClean="0"/>
              <a:t>postoje</a:t>
            </a:r>
            <a:r>
              <a:rPr lang="en-US" dirty="0" smtClean="0"/>
              <a:t> </a:t>
            </a:r>
            <a:r>
              <a:rPr lang="en-US" dirty="0" err="1" smtClean="0"/>
              <a:t>linkovi</a:t>
            </a:r>
            <a:r>
              <a:rPr lang="en-US" dirty="0" smtClean="0"/>
              <a:t>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ga</a:t>
            </a:r>
            <a:r>
              <a:rPr lang="en-US" dirty="0" smtClean="0"/>
              <a:t> </a:t>
            </a:r>
            <a:r>
              <a:rPr lang="en-US" dirty="0" err="1" smtClean="0"/>
              <a:t>preusmeravaju</a:t>
            </a:r>
            <a:r>
              <a:rPr lang="en-US" dirty="0" smtClean="0"/>
              <a:t> ne </a:t>
            </a:r>
            <a:r>
              <a:rPr lang="en-US" dirty="0" err="1" smtClean="0"/>
              <a:t>druge</a:t>
            </a:r>
            <a:r>
              <a:rPr lang="en-US" dirty="0" smtClean="0"/>
              <a:t> </a:t>
            </a:r>
            <a:r>
              <a:rPr lang="en-US" dirty="0" err="1" smtClean="0"/>
              <a:t>stranice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32656"/>
            <a:ext cx="3312368" cy="607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674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 Area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2962672" cy="4873752"/>
          </a:xfrm>
        </p:spPr>
        <p:txBody>
          <a:bodyPr/>
          <a:lstStyle/>
          <a:p>
            <a:r>
              <a:rPr lang="en-US" dirty="0" smtClean="0"/>
              <a:t>Search area </a:t>
            </a:r>
            <a:r>
              <a:rPr lang="en-US" dirty="0" err="1" smtClean="0"/>
              <a:t>prikazuje</a:t>
            </a:r>
            <a:r>
              <a:rPr lang="en-US" dirty="0" smtClean="0"/>
              <a:t> </a:t>
            </a:r>
            <a:r>
              <a:rPr lang="en-US" dirty="0" err="1" smtClean="0"/>
              <a:t>mapu</a:t>
            </a:r>
            <a:r>
              <a:rPr lang="en-US" dirty="0" smtClean="0"/>
              <a:t> </a:t>
            </a:r>
            <a:r>
              <a:rPr lang="en-US" dirty="0" err="1" smtClean="0"/>
              <a:t>grada</a:t>
            </a:r>
            <a:r>
              <a:rPr lang="en-US" dirty="0" smtClean="0"/>
              <a:t> u </a:t>
            </a:r>
            <a:r>
              <a:rPr lang="en-US" dirty="0" err="1" smtClean="0"/>
              <a:t>kom</a:t>
            </a:r>
            <a:r>
              <a:rPr lang="en-US" dirty="0" smtClean="0"/>
              <a:t> se user </a:t>
            </a:r>
            <a:r>
              <a:rPr lang="en-US" dirty="0" err="1" smtClean="0"/>
              <a:t>nalazi</a:t>
            </a:r>
            <a:r>
              <a:rPr lang="en-US" dirty="0" smtClean="0"/>
              <a:t> (Nis).</a:t>
            </a:r>
          </a:p>
          <a:p>
            <a:r>
              <a:rPr lang="en-US" dirty="0" smtClean="0"/>
              <a:t>Na </a:t>
            </a:r>
            <a:r>
              <a:rPr lang="en-US" dirty="0" err="1" smtClean="0"/>
              <a:t>mapi</a:t>
            </a:r>
            <a:r>
              <a:rPr lang="en-US" dirty="0" smtClean="0"/>
              <a:t> se </a:t>
            </a:r>
            <a:r>
              <a:rPr lang="en-US" dirty="0" err="1" smtClean="0"/>
              <a:t>vidi</a:t>
            </a:r>
            <a:r>
              <a:rPr lang="en-US" dirty="0" smtClean="0"/>
              <a:t> </a:t>
            </a:r>
            <a:r>
              <a:rPr lang="en-US" dirty="0" err="1" smtClean="0"/>
              <a:t>lokacija</a:t>
            </a:r>
            <a:r>
              <a:rPr lang="en-US" dirty="0" smtClean="0"/>
              <a:t> </a:t>
            </a:r>
            <a:r>
              <a:rPr lang="en-US" dirty="0" err="1" smtClean="0"/>
              <a:t>usera</a:t>
            </a:r>
            <a:r>
              <a:rPr lang="en-US" dirty="0" smtClean="0"/>
              <a:t> i </a:t>
            </a:r>
            <a:r>
              <a:rPr lang="en-US" dirty="0" err="1" smtClean="0"/>
              <a:t>znamenitosti</a:t>
            </a:r>
            <a:r>
              <a:rPr lang="en-US" dirty="0" smtClean="0"/>
              <a:t> </a:t>
            </a:r>
            <a:r>
              <a:rPr lang="en-US" dirty="0" err="1" smtClean="0"/>
              <a:t>grada</a:t>
            </a:r>
            <a:r>
              <a:rPr lang="en-US" dirty="0" smtClean="0"/>
              <a:t> </a:t>
            </a:r>
            <a:r>
              <a:rPr lang="en-US" dirty="0" err="1" smtClean="0"/>
              <a:t>Nisa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Search area </a:t>
            </a:r>
            <a:r>
              <a:rPr lang="en-US" dirty="0" err="1" smtClean="0"/>
              <a:t>moze</a:t>
            </a:r>
            <a:r>
              <a:rPr lang="en-US" dirty="0" smtClean="0"/>
              <a:t> da se </a:t>
            </a:r>
            <a:r>
              <a:rPr lang="en-US" dirty="0" err="1" smtClean="0"/>
              <a:t>filtritra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(range, points, friends).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338" y="188640"/>
            <a:ext cx="3329188" cy="6396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7154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Location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546848" cy="4873752"/>
          </a:xfrm>
        </p:spPr>
        <p:txBody>
          <a:bodyPr/>
          <a:lstStyle/>
          <a:p>
            <a:r>
              <a:rPr lang="en-US" dirty="0" err="1" smtClean="0"/>
              <a:t>Nakon</a:t>
            </a:r>
            <a:r>
              <a:rPr lang="en-US" dirty="0" smtClean="0"/>
              <a:t> </a:t>
            </a:r>
            <a:r>
              <a:rPr lang="en-US" dirty="0" err="1" smtClean="0"/>
              <a:t>klika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neku</a:t>
            </a:r>
            <a:r>
              <a:rPr lang="en-US" dirty="0" smtClean="0"/>
              <a:t> </a:t>
            </a:r>
            <a:r>
              <a:rPr lang="en-US" dirty="0" err="1" smtClean="0"/>
              <a:t>lokaciju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mapi</a:t>
            </a:r>
            <a:r>
              <a:rPr lang="en-US" dirty="0" smtClean="0"/>
              <a:t> (u Search Area) </a:t>
            </a:r>
            <a:r>
              <a:rPr lang="en-US" dirty="0" err="1" smtClean="0"/>
              <a:t>prelazi</a:t>
            </a:r>
            <a:r>
              <a:rPr lang="en-US" dirty="0" smtClean="0"/>
              <a:t> se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ovu</a:t>
            </a:r>
            <a:r>
              <a:rPr lang="en-US" dirty="0" smtClean="0"/>
              <a:t> </a:t>
            </a:r>
            <a:r>
              <a:rPr lang="en-US" dirty="0" err="1" smtClean="0"/>
              <a:t>stranu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Ona</a:t>
            </a:r>
            <a:r>
              <a:rPr lang="en-US" dirty="0" smtClean="0"/>
              <a:t> </a:t>
            </a:r>
            <a:r>
              <a:rPr lang="en-US" dirty="0" err="1" smtClean="0"/>
              <a:t>prikazuje</a:t>
            </a:r>
            <a:r>
              <a:rPr lang="en-US" dirty="0" smtClean="0"/>
              <a:t> </a:t>
            </a:r>
            <a:r>
              <a:rPr lang="en-US" dirty="0" err="1" smtClean="0"/>
              <a:t>sve</a:t>
            </a:r>
            <a:r>
              <a:rPr lang="en-US" dirty="0" smtClean="0"/>
              <a:t> </a:t>
            </a:r>
            <a:r>
              <a:rPr lang="en-US" dirty="0" err="1" smtClean="0"/>
              <a:t>osnovne</a:t>
            </a:r>
            <a:r>
              <a:rPr lang="en-US" dirty="0" smtClean="0"/>
              <a:t> </a:t>
            </a:r>
            <a:r>
              <a:rPr lang="en-US" dirty="0" err="1" smtClean="0"/>
              <a:t>podatke</a:t>
            </a:r>
            <a:r>
              <a:rPr lang="en-US" dirty="0" smtClean="0"/>
              <a:t> o </a:t>
            </a:r>
            <a:r>
              <a:rPr lang="en-US" dirty="0" err="1" smtClean="0"/>
              <a:t>lokaciji</a:t>
            </a:r>
            <a:r>
              <a:rPr lang="en-US" dirty="0" smtClean="0"/>
              <a:t>, </a:t>
            </a:r>
            <a:r>
              <a:rPr lang="en-US" dirty="0" err="1" smtClean="0"/>
              <a:t>kao</a:t>
            </a:r>
            <a:r>
              <a:rPr lang="en-US" dirty="0" smtClean="0"/>
              <a:t> i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je </a:t>
            </a:r>
            <a:r>
              <a:rPr lang="en-US" dirty="0" err="1" smtClean="0"/>
              <a:t>sve</a:t>
            </a:r>
            <a:r>
              <a:rPr lang="en-US" dirty="0" smtClean="0"/>
              <a:t> </a:t>
            </a:r>
            <a:r>
              <a:rPr lang="en-US" dirty="0" err="1" smtClean="0"/>
              <a:t>prijatelji</a:t>
            </a:r>
            <a:r>
              <a:rPr lang="en-US" dirty="0" smtClean="0"/>
              <a:t> </a:t>
            </a:r>
            <a:r>
              <a:rPr lang="en-US" dirty="0" err="1" smtClean="0"/>
              <a:t>posetili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Korisnik</a:t>
            </a:r>
            <a:r>
              <a:rPr lang="en-US" dirty="0" smtClean="0"/>
              <a:t> </a:t>
            </a:r>
            <a:r>
              <a:rPr lang="en-US" dirty="0" err="1" smtClean="0"/>
              <a:t>moze</a:t>
            </a:r>
            <a:r>
              <a:rPr lang="en-US" dirty="0" smtClean="0"/>
              <a:t>  da </a:t>
            </a:r>
            <a:r>
              <a:rPr lang="en-US" dirty="0" err="1" smtClean="0"/>
              <a:t>klikne</a:t>
            </a:r>
            <a:r>
              <a:rPr lang="en-US" dirty="0" smtClean="0"/>
              <a:t> </a:t>
            </a:r>
            <a:r>
              <a:rPr lang="en-US" dirty="0" err="1" smtClean="0"/>
              <a:t>dugme</a:t>
            </a:r>
            <a:r>
              <a:rPr lang="en-US" dirty="0" smtClean="0"/>
              <a:t> </a:t>
            </a:r>
            <a:r>
              <a:rPr lang="en-US" dirty="0" err="1" smtClean="0"/>
              <a:t>kojim</a:t>
            </a:r>
            <a:r>
              <a:rPr lang="en-US" dirty="0" smtClean="0"/>
              <a:t> </a:t>
            </a:r>
            <a:r>
              <a:rPr lang="en-US" dirty="0" err="1" smtClean="0"/>
              <a:t>obelezava</a:t>
            </a:r>
            <a:r>
              <a:rPr lang="en-US" dirty="0" smtClean="0"/>
              <a:t> </a:t>
            </a:r>
            <a:r>
              <a:rPr lang="en-US" dirty="0" err="1" smtClean="0"/>
              <a:t>ovu</a:t>
            </a:r>
            <a:r>
              <a:rPr lang="en-US" dirty="0" smtClean="0"/>
              <a:t> </a:t>
            </a:r>
            <a:r>
              <a:rPr lang="en-US" dirty="0" err="1" smtClean="0"/>
              <a:t>lokaciju</a:t>
            </a:r>
            <a:r>
              <a:rPr lang="en-US" dirty="0" smtClean="0"/>
              <a:t> </a:t>
            </a:r>
            <a:r>
              <a:rPr lang="en-US" dirty="0" err="1" smtClean="0"/>
              <a:t>kao</a:t>
            </a:r>
            <a:r>
              <a:rPr lang="en-US" dirty="0" smtClean="0"/>
              <a:t> “</a:t>
            </a:r>
            <a:r>
              <a:rPr lang="en-US" dirty="0" err="1" smtClean="0"/>
              <a:t>obidjenju</a:t>
            </a:r>
            <a:r>
              <a:rPr lang="en-US" dirty="0" smtClean="0"/>
              <a:t>”.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235" y="620688"/>
            <a:ext cx="3286334" cy="5832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817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Friends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10744" cy="4873752"/>
          </a:xfrm>
        </p:spPr>
        <p:txBody>
          <a:bodyPr/>
          <a:lstStyle/>
          <a:p>
            <a:r>
              <a:rPr lang="en-US" dirty="0" err="1" smtClean="0"/>
              <a:t>Lista</a:t>
            </a:r>
            <a:r>
              <a:rPr lang="en-US" dirty="0" smtClean="0"/>
              <a:t> </a:t>
            </a:r>
            <a:r>
              <a:rPr lang="en-US" dirty="0" err="1" smtClean="0"/>
              <a:t>svih</a:t>
            </a:r>
            <a:r>
              <a:rPr lang="en-US" dirty="0" smtClean="0"/>
              <a:t> </a:t>
            </a:r>
            <a:r>
              <a:rPr lang="en-US" dirty="0" err="1" smtClean="0"/>
              <a:t>prijatelja</a:t>
            </a:r>
            <a:r>
              <a:rPr lang="en-US" dirty="0" smtClean="0"/>
              <a:t> </a:t>
            </a:r>
            <a:r>
              <a:rPr lang="en-US" dirty="0" err="1" smtClean="0"/>
              <a:t>usera</a:t>
            </a:r>
            <a:r>
              <a:rPr lang="en-US" dirty="0" smtClean="0"/>
              <a:t>.</a:t>
            </a:r>
          </a:p>
          <a:p>
            <a:r>
              <a:rPr lang="en-US" dirty="0" smtClean="0"/>
              <a:t>Pored </a:t>
            </a:r>
            <a:r>
              <a:rPr lang="en-US" dirty="0" err="1" smtClean="0"/>
              <a:t>svakog</a:t>
            </a:r>
            <a:r>
              <a:rPr lang="en-US" dirty="0" smtClean="0"/>
              <a:t> </a:t>
            </a:r>
            <a:r>
              <a:rPr lang="en-US" dirty="0" err="1" smtClean="0"/>
              <a:t>prjatelja</a:t>
            </a:r>
            <a:r>
              <a:rPr lang="en-US" dirty="0" smtClean="0"/>
              <a:t> </a:t>
            </a:r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dugme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</a:t>
            </a:r>
            <a:r>
              <a:rPr lang="en-US" dirty="0" err="1" smtClean="0"/>
              <a:t>vodi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njegov</a:t>
            </a:r>
            <a:r>
              <a:rPr lang="en-US" dirty="0" smtClean="0"/>
              <a:t> </a:t>
            </a:r>
            <a:r>
              <a:rPr lang="en-US" dirty="0" err="1" smtClean="0"/>
              <a:t>profil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 </a:t>
            </a:r>
            <a:r>
              <a:rPr lang="en-US" dirty="0" err="1" smtClean="0"/>
              <a:t>dnu</a:t>
            </a:r>
            <a:r>
              <a:rPr lang="en-US" dirty="0" smtClean="0"/>
              <a:t> </a:t>
            </a:r>
            <a:r>
              <a:rPr lang="en-US" dirty="0" err="1" smtClean="0"/>
              <a:t>stranice</a:t>
            </a:r>
            <a:r>
              <a:rPr lang="en-US" dirty="0" smtClean="0"/>
              <a:t> se </a:t>
            </a:r>
            <a:r>
              <a:rPr lang="en-US" dirty="0" err="1" smtClean="0"/>
              <a:t>nalazi</a:t>
            </a:r>
            <a:r>
              <a:rPr lang="en-US" dirty="0" smtClean="0"/>
              <a:t> search bar </a:t>
            </a:r>
            <a:r>
              <a:rPr lang="en-US" dirty="0" err="1" smtClean="0"/>
              <a:t>koji</a:t>
            </a:r>
            <a:r>
              <a:rPr lang="en-US" dirty="0" smtClean="0"/>
              <a:t> </a:t>
            </a:r>
            <a:r>
              <a:rPr lang="en-US" dirty="0" err="1" smtClean="0"/>
              <a:t>sluza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pretrazivanje</a:t>
            </a:r>
            <a:r>
              <a:rPr lang="en-US" dirty="0" smtClean="0"/>
              <a:t> </a:t>
            </a:r>
            <a:r>
              <a:rPr lang="en-US" dirty="0" err="1" smtClean="0"/>
              <a:t>svih</a:t>
            </a:r>
            <a:r>
              <a:rPr lang="en-US" dirty="0" smtClean="0"/>
              <a:t> </a:t>
            </a:r>
            <a:r>
              <a:rPr lang="en-US" dirty="0" err="1" smtClean="0"/>
              <a:t>usera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697" y="404664"/>
            <a:ext cx="3015038" cy="585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233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Leadboards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538736" cy="4873752"/>
          </a:xfrm>
        </p:spPr>
        <p:txBody>
          <a:bodyPr/>
          <a:lstStyle/>
          <a:p>
            <a:r>
              <a:rPr lang="en-US" dirty="0" err="1" smtClean="0"/>
              <a:t>Rangira</a:t>
            </a:r>
            <a:r>
              <a:rPr lang="en-US" dirty="0" smtClean="0"/>
              <a:t> </a:t>
            </a:r>
            <a:r>
              <a:rPr lang="en-US" dirty="0" err="1" smtClean="0"/>
              <a:t>sve</a:t>
            </a:r>
            <a:r>
              <a:rPr lang="en-US" dirty="0" smtClean="0"/>
              <a:t> </a:t>
            </a:r>
            <a:r>
              <a:rPr lang="en-US" dirty="0" err="1" smtClean="0"/>
              <a:t>prijatelje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poena</a:t>
            </a:r>
            <a:r>
              <a:rPr lang="en-US" dirty="0" smtClean="0"/>
              <a:t>, i </a:t>
            </a:r>
            <a:r>
              <a:rPr lang="en-US" dirty="0" err="1" smtClean="0"/>
              <a:t>prikazuje</a:t>
            </a:r>
            <a:r>
              <a:rPr lang="en-US" dirty="0" smtClean="0"/>
              <a:t> </a:t>
            </a:r>
            <a:r>
              <a:rPr lang="en-US" dirty="0" err="1" smtClean="0"/>
              <a:t>listu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Poeni</a:t>
            </a:r>
            <a:r>
              <a:rPr lang="en-US" dirty="0" smtClean="0"/>
              <a:t> se </a:t>
            </a:r>
            <a:r>
              <a:rPr lang="en-US" dirty="0" err="1" smtClean="0"/>
              <a:t>skupljaju</a:t>
            </a:r>
            <a:r>
              <a:rPr lang="en-US" dirty="0" smtClean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1. Na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posecenih</a:t>
            </a:r>
            <a:r>
              <a:rPr lang="en-US" dirty="0" smtClean="0"/>
              <a:t> </a:t>
            </a:r>
            <a:r>
              <a:rPr lang="en-US" dirty="0" err="1" smtClean="0"/>
              <a:t>lokacija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2. Na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ocena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</a:t>
            </a:r>
            <a:r>
              <a:rPr lang="en-US" dirty="0" err="1" smtClean="0"/>
              <a:t>dodeljuju</a:t>
            </a:r>
            <a:r>
              <a:rPr lang="en-US" dirty="0" smtClean="0"/>
              <a:t> </a:t>
            </a:r>
            <a:r>
              <a:rPr lang="en-US" dirty="0" err="1" smtClean="0"/>
              <a:t>prijatelji</a:t>
            </a:r>
            <a:r>
              <a:rPr lang="en-US" dirty="0" smtClean="0"/>
              <a:t>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215" y="764704"/>
            <a:ext cx="2891067" cy="5607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475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Friend profile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66728" cy="4873752"/>
          </a:xfrm>
        </p:spPr>
        <p:txBody>
          <a:bodyPr/>
          <a:lstStyle/>
          <a:p>
            <a:r>
              <a:rPr lang="en-US" dirty="0" err="1" smtClean="0"/>
              <a:t>Prikazuje</a:t>
            </a:r>
            <a:r>
              <a:rPr lang="en-US" dirty="0" smtClean="0"/>
              <a:t> </a:t>
            </a:r>
            <a:r>
              <a:rPr lang="en-US" dirty="0" err="1" smtClean="0"/>
              <a:t>osnovne</a:t>
            </a:r>
            <a:r>
              <a:rPr lang="en-US" dirty="0" smtClean="0"/>
              <a:t> </a:t>
            </a:r>
            <a:r>
              <a:rPr lang="en-US" dirty="0" err="1" smtClean="0"/>
              <a:t>podatke</a:t>
            </a:r>
            <a:r>
              <a:rPr lang="en-US" dirty="0" smtClean="0"/>
              <a:t> o </a:t>
            </a:r>
            <a:r>
              <a:rPr lang="en-US" dirty="0" err="1" smtClean="0"/>
              <a:t>prijatelju</a:t>
            </a:r>
            <a:endParaRPr lang="en-US" dirty="0" smtClean="0"/>
          </a:p>
          <a:p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mogucnost</a:t>
            </a:r>
            <a:r>
              <a:rPr lang="en-US" dirty="0" smtClean="0"/>
              <a:t> </a:t>
            </a:r>
            <a:r>
              <a:rPr lang="en-US" dirty="0" err="1" smtClean="0"/>
              <a:t>ocenjivanja</a:t>
            </a:r>
            <a:r>
              <a:rPr lang="en-US" dirty="0" smtClean="0"/>
              <a:t> </a:t>
            </a:r>
            <a:r>
              <a:rPr lang="en-US" dirty="0" err="1" smtClean="0"/>
              <a:t>prijatelja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Ako</a:t>
            </a:r>
            <a:r>
              <a:rPr lang="en-US" dirty="0" smtClean="0"/>
              <a:t> user </a:t>
            </a:r>
            <a:r>
              <a:rPr lang="en-US" dirty="0" err="1" smtClean="0"/>
              <a:t>nije</a:t>
            </a:r>
            <a:r>
              <a:rPr lang="en-US" dirty="0" smtClean="0"/>
              <a:t> </a:t>
            </a:r>
            <a:r>
              <a:rPr lang="en-US" dirty="0" err="1" smtClean="0"/>
              <a:t>prijatelj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dnu</a:t>
            </a:r>
            <a:r>
              <a:rPr lang="en-US" dirty="0" smtClean="0"/>
              <a:t> </a:t>
            </a:r>
            <a:r>
              <a:rPr lang="en-US" dirty="0" err="1" smtClean="0"/>
              <a:t>stranice</a:t>
            </a:r>
            <a:r>
              <a:rPr lang="en-US" dirty="0" smtClean="0"/>
              <a:t> se </a:t>
            </a:r>
            <a:r>
              <a:rPr lang="en-US" dirty="0" err="1" smtClean="0"/>
              <a:t>nalazi</a:t>
            </a:r>
            <a:r>
              <a:rPr lang="en-US" dirty="0" smtClean="0"/>
              <a:t> </a:t>
            </a:r>
            <a:r>
              <a:rPr lang="en-US" dirty="0" err="1" smtClean="0"/>
              <a:t>dugme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dodavanje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6672"/>
            <a:ext cx="2971341" cy="5732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7693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Activity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322712" cy="4873752"/>
          </a:xfrm>
        </p:spPr>
        <p:txBody>
          <a:bodyPr/>
          <a:lstStyle/>
          <a:p>
            <a:r>
              <a:rPr lang="en-US" dirty="0" err="1" smtClean="0"/>
              <a:t>Sva</a:t>
            </a:r>
            <a:r>
              <a:rPr lang="en-US" dirty="0" smtClean="0"/>
              <a:t> </a:t>
            </a:r>
            <a:r>
              <a:rPr lang="en-US" dirty="0" err="1" smtClean="0"/>
              <a:t>obavestenja</a:t>
            </a:r>
            <a:r>
              <a:rPr lang="en-US" dirty="0" smtClean="0"/>
              <a:t> </a:t>
            </a:r>
            <a:r>
              <a:rPr lang="en-US" dirty="0" err="1" smtClean="0"/>
              <a:t>vezana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prijatelje</a:t>
            </a:r>
            <a:r>
              <a:rPr lang="en-US" dirty="0" smtClean="0"/>
              <a:t> </a:t>
            </a:r>
            <a:r>
              <a:rPr lang="en-US" dirty="0" err="1" smtClean="0"/>
              <a:t>ulogovanog</a:t>
            </a:r>
            <a:r>
              <a:rPr lang="en-US" dirty="0" smtClean="0"/>
              <a:t> </a:t>
            </a:r>
            <a:r>
              <a:rPr lang="en-US" dirty="0" err="1" smtClean="0"/>
              <a:t>usera</a:t>
            </a:r>
            <a:r>
              <a:rPr lang="en-US" dirty="0" smtClean="0"/>
              <a:t> i </a:t>
            </a:r>
            <a:r>
              <a:rPr lang="en-US" dirty="0" err="1" smtClean="0"/>
              <a:t>njega</a:t>
            </a:r>
            <a:r>
              <a:rPr lang="en-US" dirty="0" smtClean="0"/>
              <a:t> </a:t>
            </a:r>
            <a:r>
              <a:rPr lang="en-US" dirty="0" err="1" smtClean="0"/>
              <a:t>samog</a:t>
            </a:r>
            <a:r>
              <a:rPr lang="en-US" dirty="0" smtClean="0"/>
              <a:t>.</a:t>
            </a:r>
          </a:p>
          <a:p>
            <a:r>
              <a:rPr lang="en-US" dirty="0" smtClean="0"/>
              <a:t>U </a:t>
            </a:r>
            <a:r>
              <a:rPr lang="en-US" dirty="0" err="1" smtClean="0"/>
              <a:t>ovom</a:t>
            </a:r>
            <a:r>
              <a:rPr lang="en-US" dirty="0" smtClean="0"/>
              <a:t> </a:t>
            </a:r>
            <a:r>
              <a:rPr lang="en-US" dirty="0" err="1" smtClean="0"/>
              <a:t>delu</a:t>
            </a:r>
            <a:r>
              <a:rPr lang="en-US" dirty="0" smtClean="0"/>
              <a:t> </a:t>
            </a:r>
            <a:r>
              <a:rPr lang="en-US" dirty="0" err="1" smtClean="0"/>
              <a:t>takodje</a:t>
            </a:r>
            <a:r>
              <a:rPr lang="en-US" dirty="0" smtClean="0"/>
              <a:t> </a:t>
            </a:r>
            <a:r>
              <a:rPr lang="en-US" dirty="0" err="1" smtClean="0"/>
              <a:t>stizu</a:t>
            </a:r>
            <a:r>
              <a:rPr lang="en-US" dirty="0" smtClean="0"/>
              <a:t> </a:t>
            </a:r>
            <a:r>
              <a:rPr lang="en-US" dirty="0" err="1" smtClean="0"/>
              <a:t>zahtevi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prijateljstvo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mogucnost</a:t>
            </a:r>
            <a:r>
              <a:rPr lang="en-US" dirty="0" smtClean="0"/>
              <a:t> da se </a:t>
            </a:r>
            <a:r>
              <a:rPr lang="en-US" dirty="0" err="1" smtClean="0"/>
              <a:t>izbrisu</a:t>
            </a:r>
            <a:r>
              <a:rPr lang="en-US" dirty="0" smtClean="0"/>
              <a:t> </a:t>
            </a:r>
            <a:r>
              <a:rPr lang="en-US" dirty="0" err="1" smtClean="0"/>
              <a:t>sva</a:t>
            </a:r>
            <a:r>
              <a:rPr lang="en-US" dirty="0" smtClean="0"/>
              <a:t> </a:t>
            </a:r>
            <a:r>
              <a:rPr lang="en-US" dirty="0" err="1" smtClean="0"/>
              <a:t>obavestenja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739" y="476672"/>
            <a:ext cx="3189795" cy="6047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179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</TotalTime>
  <Words>227</Words>
  <Application>Microsoft Office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Oriel</vt:lpstr>
      <vt:lpstr>Tour de naisus </vt:lpstr>
      <vt:lpstr>Login I Register </vt:lpstr>
      <vt:lpstr>Home page </vt:lpstr>
      <vt:lpstr>Search Area </vt:lpstr>
      <vt:lpstr>Location </vt:lpstr>
      <vt:lpstr>Friends </vt:lpstr>
      <vt:lpstr>Leadboards </vt:lpstr>
      <vt:lpstr> Friend profile </vt:lpstr>
      <vt:lpstr>Recent Activity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 de naisus</dc:title>
  <dc:creator>Uros Ceranic</dc:creator>
  <cp:lastModifiedBy>Uros Ceranic</cp:lastModifiedBy>
  <cp:revision>2</cp:revision>
  <dcterms:created xsi:type="dcterms:W3CDTF">2019-07-05T11:21:07Z</dcterms:created>
  <dcterms:modified xsi:type="dcterms:W3CDTF">2019-07-05T11:40:59Z</dcterms:modified>
</cp:coreProperties>
</file>